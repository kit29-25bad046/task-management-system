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2554"/>
                </a:solidFill>
                <a:latin typeface="Aptos Display"/>
              </a:defRPr>
            </a:pPr>
            <a:r>
              <a:t>Employee Task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• Java Servlet • JDBC • MySQL</a:t>
            </a:r>
          </a:p>
          <a:p>
            <a:pPr>
              <a:spcAft>
                <a:spcPts val="18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• Using ArrayList, HashMap &amp; PriorityQueue</a:t>
            </a:r>
          </a:p>
          <a:p>
            <a:pPr>
              <a:spcAft>
                <a:spcPts val="18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• College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Employee Task Management System  | 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2554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• Managing employee tasks manually can cause missed deadlines and unclear priorities.</a:t>
            </a:r>
          </a:p>
          <a:p>
            <a:pPr>
              <a:spcAft>
                <a:spcPts val="18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• A centralized system is needed to assign tasks, set priorities and track completion.</a:t>
            </a:r>
          </a:p>
          <a:p>
            <a:pPr>
              <a:spcAft>
                <a:spcPts val="18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• The system provides separate Admin and Employee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Employee Task Management System  |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2554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• Assign tasks to employees with priority and deadline.</a:t>
            </a:r>
          </a:p>
          <a:p>
            <a:pPr>
              <a:spcAft>
                <a:spcPts val="18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• Track task status: Pending, In Progress and Completed.</a:t>
            </a:r>
          </a:p>
          <a:p>
            <a:pPr>
              <a:spcAft>
                <a:spcPts val="18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• Maintain employee and task information using MySQL.</a:t>
            </a:r>
          </a:p>
          <a:p>
            <a:pPr>
              <a:spcAft>
                <a:spcPts val="18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• Use ArrayList, HashMap and PriorityQueue in the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Employee Task Management System  |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2554"/>
                </a:solidFill>
                <a:latin typeface="Aptos Display"/>
              </a:defRPr>
            </a:pPr>
            <a: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334155"/>
                </a:solidFill>
                <a:latin typeface="Aptos"/>
              </a:defRPr>
            </a:pPr>
            <a:r>
              <a:t>• Frontend: HTML, CSS, JavaScript</a:t>
            </a:r>
          </a:p>
          <a:p>
            <a:pPr>
              <a:spcAft>
                <a:spcPts val="1800"/>
              </a:spcAft>
              <a:defRPr sz="1900">
                <a:solidFill>
                  <a:srgbClr val="334155"/>
                </a:solidFill>
                <a:latin typeface="Aptos"/>
              </a:defRPr>
            </a:pPr>
            <a:r>
              <a:t>• Backend: Java Servlet</a:t>
            </a:r>
          </a:p>
          <a:p>
            <a:pPr>
              <a:spcAft>
                <a:spcPts val="1800"/>
              </a:spcAft>
              <a:defRPr sz="1900">
                <a:solidFill>
                  <a:srgbClr val="334155"/>
                </a:solidFill>
                <a:latin typeface="Aptos"/>
              </a:defRPr>
            </a:pPr>
            <a:r>
              <a:t>• Database: MySQL</a:t>
            </a:r>
          </a:p>
          <a:p>
            <a:pPr>
              <a:spcAft>
                <a:spcPts val="1800"/>
              </a:spcAft>
              <a:defRPr sz="1900">
                <a:solidFill>
                  <a:srgbClr val="334155"/>
                </a:solidFill>
                <a:latin typeface="Aptos"/>
              </a:defRPr>
            </a:pPr>
            <a:r>
              <a:t>• Database Connectivity: JDBC</a:t>
            </a:r>
          </a:p>
          <a:p>
            <a:pPr>
              <a:spcAft>
                <a:spcPts val="1800"/>
              </a:spcAft>
              <a:defRPr sz="1900">
                <a:solidFill>
                  <a:srgbClr val="334155"/>
                </a:solidFill>
                <a:latin typeface="Aptos"/>
              </a:defRPr>
            </a:pPr>
            <a:r>
              <a:t>• Server: Apache Tomcat</a:t>
            </a:r>
          </a:p>
          <a:p>
            <a:pPr>
              <a:spcAft>
                <a:spcPts val="1800"/>
              </a:spcAft>
              <a:defRPr sz="1900">
                <a:solidFill>
                  <a:srgbClr val="334155"/>
                </a:solidFill>
                <a:latin typeface="Aptos"/>
              </a:defRPr>
            </a:pPr>
            <a:r>
              <a:t>• IDE: VS Code / Eclipse compatible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Employee Task Management System  |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2554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• User → HTML/CSS/JavaScript → Java Servlet → DAO/JDBC → MySQL</a:t>
            </a:r>
          </a:p>
          <a:p>
            <a:pPr>
              <a:spcAft>
                <a:spcPts val="18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• Model classes represent Employee and Task data.</a:t>
            </a:r>
          </a:p>
          <a:p>
            <a:pPr>
              <a:spcAft>
                <a:spcPts val="18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• Service layer manages ArrayList, HashMap and PriorityQueue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Employee Task Management System  |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2554"/>
                </a:solidFill>
                <a:latin typeface="Aptos Display"/>
              </a:defRPr>
            </a:pPr>
            <a:r>
              <a:t>Main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• Login Module – Admin and Employee authentication</a:t>
            </a:r>
          </a:p>
          <a:p>
            <a:pPr>
              <a:spcAft>
                <a:spcPts val="18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• Employee Management – Add and maintain employees</a:t>
            </a:r>
          </a:p>
          <a:p>
            <a:pPr>
              <a:spcAft>
                <a:spcPts val="18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• Task Assignment – Assign task, priority and deadline</a:t>
            </a:r>
          </a:p>
          <a:p>
            <a:pPr>
              <a:spcAft>
                <a:spcPts val="18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• Task Tracking – View and update task status</a:t>
            </a:r>
          </a:p>
          <a:p>
            <a:pPr>
              <a:spcAft>
                <a:spcPts val="18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• Dashboard – View task progress and 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Employee Task Management System  |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2554"/>
                </a:solidFill>
                <a:latin typeface="Aptos Display"/>
              </a:defRPr>
            </a:pPr>
            <a:r>
              <a:t>Data Structures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• ArrayList → stores and manages the task collection.</a:t>
            </a:r>
          </a:p>
          <a:p>
            <a:pPr>
              <a:spcAft>
                <a:spcPts val="18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• HashMap → maps Employee ID to Employee for fast lookup.</a:t>
            </a:r>
          </a:p>
          <a:p>
            <a:pPr>
              <a:spcAft>
                <a:spcPts val="18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• PriorityQueue → processes tasks in priority order: HIGH → MEDIUM → LOW.</a:t>
            </a:r>
          </a:p>
          <a:p>
            <a:pPr>
              <a:spcAft>
                <a:spcPts val="18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• These structures improve organization and task processing.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Employee Task Management System  |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2554"/>
                </a:solidFill>
                <a:latin typeface="Aptos Display"/>
              </a:defRPr>
            </a:pPr>
            <a:r>
              <a:t>Database &amp; JDBC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• Database: employee_task_db</a:t>
            </a:r>
          </a:p>
          <a:p>
            <a:pPr>
              <a:spcAft>
                <a:spcPts val="18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• employees table → employee details and login information</a:t>
            </a:r>
          </a:p>
          <a:p>
            <a:pPr>
              <a:spcAft>
                <a:spcPts val="18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• tasks table → task, priority, deadline and status</a:t>
            </a:r>
          </a:p>
          <a:p>
            <a:pPr>
              <a:spcAft>
                <a:spcPts val="18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• JDBC connects Java application with MySQL using PreparedStatement.</a:t>
            </a:r>
          </a:p>
          <a:p>
            <a:pPr>
              <a:spcAft>
                <a:spcPts val="18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t>• DAO classes perform database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Employee Task Management System  |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2554"/>
                </a:solidFill>
                <a:latin typeface="Aptos Display"/>
              </a:defRPr>
            </a:pPr>
            <a:r>
              <a:t>Application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334155"/>
                </a:solidFill>
                <a:latin typeface="Aptos"/>
              </a:defRPr>
            </a:pPr>
            <a:r>
              <a:t>• 1. User logs in</a:t>
            </a:r>
          </a:p>
          <a:p>
            <a:pPr>
              <a:spcAft>
                <a:spcPts val="1800"/>
              </a:spcAft>
              <a:defRPr sz="1900">
                <a:solidFill>
                  <a:srgbClr val="334155"/>
                </a:solidFill>
                <a:latin typeface="Aptos"/>
              </a:defRPr>
            </a:pPr>
            <a:r>
              <a:t>• 2. Admin adds employees / assigns tasks</a:t>
            </a:r>
          </a:p>
          <a:p>
            <a:pPr>
              <a:spcAft>
                <a:spcPts val="1800"/>
              </a:spcAft>
              <a:defRPr sz="1900">
                <a:solidFill>
                  <a:srgbClr val="334155"/>
                </a:solidFill>
                <a:latin typeface="Aptos"/>
              </a:defRPr>
            </a:pPr>
            <a:r>
              <a:t>• 3. Task is stored in MySQL through JDBC</a:t>
            </a:r>
          </a:p>
          <a:p>
            <a:pPr>
              <a:spcAft>
                <a:spcPts val="1800"/>
              </a:spcAft>
              <a:defRPr sz="1900">
                <a:solidFill>
                  <a:srgbClr val="334155"/>
                </a:solidFill>
                <a:latin typeface="Aptos"/>
              </a:defRPr>
            </a:pPr>
            <a:r>
              <a:t>• 4. Tasks are loaded and organized using data structures</a:t>
            </a:r>
          </a:p>
          <a:p>
            <a:pPr>
              <a:spcAft>
                <a:spcPts val="1800"/>
              </a:spcAft>
              <a:defRPr sz="1900">
                <a:solidFill>
                  <a:srgbClr val="334155"/>
                </a:solidFill>
                <a:latin typeface="Aptos"/>
              </a:defRPr>
            </a:pPr>
            <a:r>
              <a:t>• 5. Employee updates task status</a:t>
            </a:r>
          </a:p>
          <a:p>
            <a:pPr>
              <a:spcAft>
                <a:spcPts val="1800"/>
              </a:spcAft>
              <a:defRPr sz="1900">
                <a:solidFill>
                  <a:srgbClr val="334155"/>
                </a:solidFill>
                <a:latin typeface="Aptos"/>
              </a:defRPr>
            </a:pPr>
            <a:r>
              <a:t>• 6. Dashboard reflects completion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Employee Task Management System  |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2554"/>
                </a:solidFill>
                <a:latin typeface="Aptos Display"/>
              </a:defRPr>
            </a:pPr>
            <a:r>
              <a:t>Conclusion &amp; Future Enhancement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207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rPr dirty="0"/>
              <a:t>• The system simplifies employee task assignment and tracking.</a:t>
            </a:r>
          </a:p>
          <a:p>
            <a:pPr>
              <a:spcAft>
                <a:spcPts val="18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rPr dirty="0"/>
              <a:t>• Priority and deadlines help employees focus on important work.</a:t>
            </a:r>
          </a:p>
          <a:p>
            <a:pPr>
              <a:spcAft>
                <a:spcPts val="18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rPr dirty="0"/>
              <a:t>• Future: email notifications, advanced reports, role-based security and mobile support.</a:t>
            </a:r>
          </a:p>
          <a:p>
            <a:pPr>
              <a:spcAft>
                <a:spcPts val="1800"/>
              </a:spcAft>
              <a:defRPr sz="2100">
                <a:solidFill>
                  <a:srgbClr val="334155"/>
                </a:solidFill>
                <a:latin typeface="Aptos"/>
              </a:defRPr>
            </a:pPr>
            <a:r>
              <a:rPr dirty="0"/>
              <a:t>• Thank You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Employee Task Management System  |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479</Words>
  <Application>Microsoft Office PowerPoint</Application>
  <PresentationFormat>Widescreen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Divya Dharshini</cp:lastModifiedBy>
  <cp:revision>3</cp:revision>
  <dcterms:created xsi:type="dcterms:W3CDTF">2013-01-27T09:14:16Z</dcterms:created>
  <dcterms:modified xsi:type="dcterms:W3CDTF">2026-10-08T08:01:48Z</dcterms:modified>
  <cp:category/>
</cp:coreProperties>
</file>